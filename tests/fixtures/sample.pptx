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Fixture Slide 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one body text.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Fixture Slide Two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two body 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